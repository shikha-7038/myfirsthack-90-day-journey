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2050" y="-77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40568"/>
            <a:ext cx="77724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181600"/>
            <a:ext cx="64008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875867"/>
            <a:ext cx="77724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75618"/>
            <a:ext cx="77724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601"/>
            <a:ext cx="403860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601"/>
            <a:ext cx="403860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46817"/>
            <a:ext cx="4040188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99833"/>
            <a:ext cx="4040188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046817"/>
            <a:ext cx="4041775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899833"/>
            <a:ext cx="4041775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64067"/>
            <a:ext cx="3008313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364067"/>
            <a:ext cx="5111750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913467"/>
            <a:ext cx="3008313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6400800"/>
            <a:ext cx="54864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17033"/>
            <a:ext cx="54864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7156451"/>
            <a:ext cx="54864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66185"/>
            <a:ext cx="205740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66185"/>
            <a:ext cx="601980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6184"/>
            <a:ext cx="82296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33601"/>
            <a:ext cx="82296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8475134"/>
            <a:ext cx="2133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1122E-EE4A-49AE-8901-75DB92618ED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8475134"/>
            <a:ext cx="2895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8475134"/>
            <a:ext cx="2133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9912B-AB4B-4261-83FD-A161EBC0D4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9144000" cy="9220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5 Image 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45 Image 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3</cp:revision>
  <dcterms:created xsi:type="dcterms:W3CDTF">2026-09-06T10:45:45Z</dcterms:created>
  <dcterms:modified xsi:type="dcterms:W3CDTF">2026-09-06T11:20:15Z</dcterms:modified>
</cp:coreProperties>
</file>