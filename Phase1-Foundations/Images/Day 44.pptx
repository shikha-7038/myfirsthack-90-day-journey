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A54EE-76C5-4D9D-8396-8B44AABA0AA5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5B8F1-1BFF-4CA3-A9BF-ED6C0D41B64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4 Imag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4 Imag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4 Imag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y 44 Image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1</cp:revision>
  <dcterms:created xsi:type="dcterms:W3CDTF">2026-09-05T15:28:27Z</dcterms:created>
  <dcterms:modified xsi:type="dcterms:W3CDTF">2026-09-05T15:33:20Z</dcterms:modified>
</cp:coreProperties>
</file>