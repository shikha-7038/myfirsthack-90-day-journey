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2050" y="-7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40568"/>
            <a:ext cx="77724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81600"/>
            <a:ext cx="64008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875867"/>
            <a:ext cx="77724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75618"/>
            <a:ext cx="77724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601"/>
            <a:ext cx="403860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601"/>
            <a:ext cx="403860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46817"/>
            <a:ext cx="4040188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9833"/>
            <a:ext cx="4040188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046817"/>
            <a:ext cx="4041775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899833"/>
            <a:ext cx="4041775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64067"/>
            <a:ext cx="3008313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64067"/>
            <a:ext cx="5111750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13467"/>
            <a:ext cx="3008313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6400800"/>
            <a:ext cx="54864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17033"/>
            <a:ext cx="54864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7156451"/>
            <a:ext cx="54864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66185"/>
            <a:ext cx="205740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66185"/>
            <a:ext cx="601980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6184"/>
            <a:ext cx="82296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33601"/>
            <a:ext cx="82296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8475134"/>
            <a:ext cx="2133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B08F8-2273-4477-9830-DC1444614B9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8475134"/>
            <a:ext cx="2895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8475134"/>
            <a:ext cx="2133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24B54-30CC-4CEE-A3F1-8A1EC2DB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1 Day 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2 Day 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3 Day 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4 Day 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5 Day 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6 Day 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1</cp:revision>
  <dcterms:created xsi:type="dcterms:W3CDTF">2026-08-30T15:56:29Z</dcterms:created>
  <dcterms:modified xsi:type="dcterms:W3CDTF">2026-08-30T16:06:24Z</dcterms:modified>
</cp:coreProperties>
</file>